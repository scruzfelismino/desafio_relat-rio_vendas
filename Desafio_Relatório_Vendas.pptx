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>
        <p:scale>
          <a:sx n="66" d="100"/>
          <a:sy n="66" d="100"/>
        </p:scale>
        <p:origin x="355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61146-C88F-46FD-A814-B66182EFA1E6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6B788-346C-41A9-ADE0-477B15D739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0495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ChicletSlicer1448559807354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RadarChart1446119667547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decompositionTreeVisual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waterfallChart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treemap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3bf20da-54c9-40ec-87fd-9a9f6af6f15b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3bf20da-54c9-40ec-87fd-9a9f6af6f15b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Desafio_Relatório_Vendas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02/02/2026 14:10:34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02/02/2026 13:25:36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extbox ,ChicletSlicer1448559807354 ,RadarChart1446119667547 ,decompositionTreeVisual ,waterfallChart ,treemap ,shape ,shape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Desafio_</a:t>
            </a:r>
          </a:p>
        </p:txBody>
      </p:sp>
      <p:pic>
        <p:nvPicPr>
          <p:cNvPr id="7" name="Imagem 6" descr="Imagem de desenho animado&#10;&#10;O conteúdo gerado por IA pode estar incorreto.">
            <a:extLst>
              <a:ext uri="{FF2B5EF4-FFF2-40B4-BE49-F238E27FC236}">
                <a16:creationId xmlns:a16="http://schemas.microsoft.com/office/drawing/2014/main" id="{8A29B916-6445-3DE7-236C-9ACB35077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097" y="178292"/>
            <a:ext cx="675691" cy="4567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69</Words>
  <Application>Microsoft Office PowerPoint</Application>
  <PresentationFormat>Widescreen</PresentationFormat>
  <Paragraphs>33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Desafio_Relatório_Vendas</vt:lpstr>
      <vt:lpstr>Desafio_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silvio cruz</cp:lastModifiedBy>
  <cp:revision>5</cp:revision>
  <dcterms:created xsi:type="dcterms:W3CDTF">2016-09-04T11:54:55Z</dcterms:created>
  <dcterms:modified xsi:type="dcterms:W3CDTF">2026-02-02T14:14:11Z</dcterms:modified>
</cp:coreProperties>
</file>